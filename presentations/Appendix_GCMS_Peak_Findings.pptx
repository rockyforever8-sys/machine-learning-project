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 — This 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Speculative IDs from RT order in a C9–C11 D40 cut  •  confirm vs method + MS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lot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024128"/>
            <a:ext cx="5257800" cy="41605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05840"/>
          <a:ext cx="59893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48840"/>
                <a:gridCol w="24231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 (min)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Likely family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QC reading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3.765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C8–C9 light end (IBP)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tiny — not MC / MeOH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7.825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C9 / early-C10 isomers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First body cluster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8.583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 / naphthene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Giant — heart of the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9.030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isomer satellite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Should track the 8.583 giant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9.822 / 9.954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C10–C11 isomer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Adjacent boiling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10.530  ★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 iso / naphthene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2nd giant — ratio vs 8.583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13.179 / 13.545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C11–C12 heavy end (DP)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small — pore-residue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650992"/>
            <a:ext cx="1133856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Read: two giants (8.583 &amp; 10.530 min) = D40 fingerprint. Growing 3.765 = light adulterant. Growing 13.x = wrong / wide cut.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 — D60(S)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Speculative IDs from RT order in a C10–C13 D60 cut  •  confirm vs method + MS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d60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024128"/>
            <a:ext cx="5257800" cy="41605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05840"/>
          <a:ext cx="5989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057400"/>
                <a:gridCol w="24231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 (min)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Likely family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QC reading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5.8 – 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light front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Small — lights already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9.237 / 10.140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 isomers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Rising flank of the cut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10.365 / 10.556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C11–C12 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Pre-giant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10.873  ★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C12 iso / naphthene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Giant — heart of D60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11.126 / 11.514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C12 satellites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Should track 10.873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12.5 – 13.2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C13 heavy end (DP)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small — slow dry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650992"/>
            <a:ext cx="1133856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Read: D60 heart is one mountain at 10.873 min — not D40’s twin giants at 8.58 / 10.53. Envelope starts ~2 min later.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vs D60(S) — Why the Charts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Same GC principle: heavier molecules spend longer on the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lot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24128"/>
            <a:ext cx="5623560" cy="2331720"/>
          </a:xfrm>
          <a:prstGeom prst="rect">
            <a:avLst/>
          </a:prstGeom>
        </p:spPr>
      </p:pic>
      <p:pic>
        <p:nvPicPr>
          <p:cNvPr id="8" name="Picture 7" descr="gcms_d60_chromatogr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024128"/>
            <a:ext cx="56235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364992"/>
            <a:ext cx="5623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220"/>
                </a:solidFill>
                <a:latin typeface="Calibri"/>
              </a:rPr>
              <a:t>D40  •  giants 8.583 &amp; 10.530 min  •  C9–C11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3364992"/>
            <a:ext cx="5623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220"/>
                </a:solidFill>
                <a:latin typeface="Calibri"/>
              </a:rPr>
              <a:t>D60(S)  •  giant 10.873 min  •  C10–C13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3703320"/>
          <a:ext cx="11384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468880"/>
                <a:gridCol w="2651760"/>
                <a:gridCol w="43434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D60(S)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Logical reason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Envelope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~3.8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~5.8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D60 IBP higher — C8–C9 lights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Heart (giant)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8.58 + 10.53 (twin)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10.87 (one mountain)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Cut centered C10/C11 vs C11–C12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Main mass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 – 11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 – 12.5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BP 163–187 °C vs 180–220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Two tall spikes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Late dense hump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Heavier isomers cluster later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