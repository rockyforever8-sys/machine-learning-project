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Appendix — major peaks on the hydrocarbon cleaner chromatogram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051560"/>
            <a:ext cx="5349240" cy="3246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51560"/>
          <a:ext cx="5760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237744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Genuine signal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Light hydrocarbon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Present, even height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C10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Mid-chain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Even spacing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Mid-chain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Even spacing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C14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Heavier hydrocarbon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Completes the fingerprint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16052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PASS: even C8–C14 series, clean baseline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FAIL: extra / irregular peaks = adulterants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Early extra peaks → MC (~40 °C) or methanol (~65 °C)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650992"/>
            <a:ext cx="11247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Finding: genuine D40 is an even C8–C14 fingerprint. Unknown peaks are a reject — not visible by eye.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