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GC-MS Peak Findings — This 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03504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A5A5A"/>
                </a:solidFill>
                <a:latin typeface="Calibri"/>
              </a:rPr>
              <a:t>Speculative IDs from RT order in a C9–C11 D40 cut  •  confirm vs method + MS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6" name="Picture 5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pic>
        <p:nvPicPr>
          <p:cNvPr id="7" name="Picture 6" descr="gcms_lot_chromatogr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24128"/>
            <a:ext cx="5257800" cy="41605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005840"/>
          <a:ext cx="598932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148840"/>
                <a:gridCol w="24231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RT (min)</a:t>
                      </a:r>
                    </a:p>
                  </a:txBody>
                  <a:tcPr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Likely family</a:t>
                      </a:r>
                    </a:p>
                  </a:txBody>
                  <a:tcPr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QC reading</a:t>
                      </a:r>
                    </a:p>
                  </a:txBody>
                  <a:tcPr>
                    <a:solidFill>
                      <a:srgbClr val="F582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3.765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C8–C9 light end (IBP)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Keep tiny — not MC / MeOH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7.825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C9 / early-C10 isomers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First body cluster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8.583 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C10 iso / naphthene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Giant — heart of the cut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9.030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C10 isomer satellite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Should track the 8.583 giant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9.822 / 9.954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C10–C11 isomer pair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Adjacent boiling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10.530  ★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C11 iso / naphthene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2nd giant — ratio vs 8.583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13.179 / 13.545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C11–C12 heavy end (DP)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Keep small — pore-residue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11480" y="5650992"/>
            <a:ext cx="11338560" cy="530352"/>
          </a:xfrm>
          <a:prstGeom prst="roundRect">
            <a:avLst/>
          </a:prstGeom>
          <a:solidFill>
            <a:srgbClr val="FDE8D0"/>
          </a:solidFill>
          <a:ln w="15875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600" b="1">
                <a:solidFill>
                  <a:srgbClr val="141414"/>
                </a:solidFill>
                <a:latin typeface="Calibri"/>
              </a:rPr>
              <a:t>Read: two giants (8.583 &amp; 10.530 min) = D40 fingerprint. Growing 3.765 = light adulterant. Growing 13.x = wrong / wide cut.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